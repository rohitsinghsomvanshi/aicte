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63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9A98"/>
    <a:srgbClr val="DCA0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3F3BC-465F-41BE-8C13-3C4FF585C3B3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F41E-EBFC-49C0-808C-FFCF4AA1E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462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3F3BC-465F-41BE-8C13-3C4FF585C3B3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F41E-EBFC-49C0-808C-FFCF4AA1E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666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3F3BC-465F-41BE-8C13-3C4FF585C3B3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F41E-EBFC-49C0-808C-FFCF4AA1E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097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3F3BC-465F-41BE-8C13-3C4FF585C3B3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F41E-EBFC-49C0-808C-FFCF4AA1E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726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3F3BC-465F-41BE-8C13-3C4FF585C3B3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F41E-EBFC-49C0-808C-FFCF4AA1E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488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3F3BC-465F-41BE-8C13-3C4FF585C3B3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F41E-EBFC-49C0-808C-FFCF4AA1E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123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3F3BC-465F-41BE-8C13-3C4FF585C3B3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F41E-EBFC-49C0-808C-FFCF4AA1E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613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3F3BC-465F-41BE-8C13-3C4FF585C3B3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F41E-EBFC-49C0-808C-FFCF4AA1E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694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3F3BC-465F-41BE-8C13-3C4FF585C3B3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F41E-EBFC-49C0-808C-FFCF4AA1E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358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3F3BC-465F-41BE-8C13-3C4FF585C3B3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F41E-EBFC-49C0-808C-FFCF4AA1E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635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3F3BC-465F-41BE-8C13-3C4FF585C3B3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F41E-EBFC-49C0-808C-FFCF4AA1E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8614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3F3BC-465F-41BE-8C13-3C4FF585C3B3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F41E-EBFC-49C0-808C-FFCF4AA1E877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7394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3F3BC-465F-41BE-8C13-3C4FF585C3B3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F41E-EBFC-49C0-808C-FFCF4AA1E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6573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3F3BC-465F-41BE-8C13-3C4FF585C3B3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F41E-EBFC-49C0-808C-FFCF4AA1E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9114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3F3BC-465F-41BE-8C13-3C4FF585C3B3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F41E-EBFC-49C0-808C-FFCF4AA1E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2602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3F3BC-465F-41BE-8C13-3C4FF585C3B3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F41E-EBFC-49C0-808C-FFCF4AA1E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067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3F3BC-465F-41BE-8C13-3C4FF585C3B3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F41E-EBFC-49C0-808C-FFCF4AA1E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209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263F3BC-465F-41BE-8C13-3C4FF585C3B3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74F41E-EBFC-49C0-808C-FFCF4AA1E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4255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64" r:id="rId1"/>
    <p:sldLayoutId id="2147484165" r:id="rId2"/>
    <p:sldLayoutId id="2147484166" r:id="rId3"/>
    <p:sldLayoutId id="2147484167" r:id="rId4"/>
    <p:sldLayoutId id="2147484168" r:id="rId5"/>
    <p:sldLayoutId id="2147484169" r:id="rId6"/>
    <p:sldLayoutId id="2147484170" r:id="rId7"/>
    <p:sldLayoutId id="2147484171" r:id="rId8"/>
    <p:sldLayoutId id="2147484172" r:id="rId9"/>
    <p:sldLayoutId id="2147484173" r:id="rId10"/>
    <p:sldLayoutId id="2147484174" r:id="rId11"/>
    <p:sldLayoutId id="2147484175" r:id="rId12"/>
    <p:sldLayoutId id="2147484176" r:id="rId13"/>
    <p:sldLayoutId id="2147484177" r:id="rId14"/>
    <p:sldLayoutId id="2147484178" r:id="rId15"/>
    <p:sldLayoutId id="2147484179" r:id="rId16"/>
    <p:sldLayoutId id="214748418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47E17-ADA9-749D-EF9F-50C109E3BD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0540" y="173161"/>
            <a:ext cx="10014311" cy="729954"/>
          </a:xfrm>
        </p:spPr>
        <p:txBody>
          <a:bodyPr>
            <a:normAutofit fontScale="90000"/>
          </a:bodyPr>
          <a:lstStyle/>
          <a:p>
            <a:pPr algn="ctr"/>
            <a:br>
              <a:rPr lang="en-IN" dirty="0"/>
            </a:b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Dashboard</a:t>
            </a:r>
            <a:r>
              <a:rPr lang="en-IN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rgbClr val="DCA0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7987DC-1EB1-E9C2-A334-593CA19593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4969" y="1154779"/>
            <a:ext cx="11516057" cy="524602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0B9FC82-BB60-C395-EDE9-37FF3705C6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05" y="1070023"/>
            <a:ext cx="11548019" cy="533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203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A4836-32AB-2245-D3E7-47AF9CB7B2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521110" y="19665"/>
            <a:ext cx="12192000" cy="737419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Sales By Category using </a:t>
            </a:r>
            <a:r>
              <a:rPr lang="en-IN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Bar_Chart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4E2DEF-285A-C565-3835-D914BE3ED9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80112" y="1155543"/>
            <a:ext cx="3830874" cy="149661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79DC57-A20A-46FF-F060-484C838780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335" y="848842"/>
            <a:ext cx="9468465" cy="587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10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1DAD9-32C0-FF21-B3FC-7EC204F7F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088" y="0"/>
            <a:ext cx="9942409" cy="786581"/>
          </a:xfrm>
        </p:spPr>
        <p:txBody>
          <a:bodyPr>
            <a:normAutofit fontScale="90000"/>
          </a:bodyPr>
          <a:lstStyle/>
          <a:p>
            <a:pPr algn="ctr"/>
            <a:br>
              <a:rPr lang="en-IN" dirty="0"/>
            </a:br>
            <a:endParaRPr lang="en-IN" sz="4000" dirty="0">
              <a:solidFill>
                <a:srgbClr val="FF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B1CCF6-0E3C-A876-3419-BA3EE122CD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885" y="1098763"/>
            <a:ext cx="9389805" cy="53106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37E0C9-F19C-6A70-770F-6AC92B7FB501}"/>
              </a:ext>
            </a:extLst>
          </p:cNvPr>
          <p:cNvSpPr txBox="1"/>
          <p:nvPr/>
        </p:nvSpPr>
        <p:spPr>
          <a:xfrm>
            <a:off x="1494503" y="214770"/>
            <a:ext cx="9783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Total Sales using Histogram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850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F9D51-57F4-96FB-AF3C-B01E6F236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607" y="187247"/>
            <a:ext cx="9404723" cy="707488"/>
          </a:xfrm>
        </p:spPr>
        <p:txBody>
          <a:bodyPr/>
          <a:lstStyle/>
          <a:p>
            <a:pPr algn="ctr"/>
            <a:r>
              <a:rPr lang="en-IN" sz="36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Correlation using Heatmap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CDF73F-EECB-4F4E-0A9A-F2F61BD05D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369" y="1103006"/>
            <a:ext cx="9173496" cy="5302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4397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93</TotalTime>
  <Words>22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Century Gothic</vt:lpstr>
      <vt:lpstr>Times New Roman</vt:lpstr>
      <vt:lpstr>Wingdings 3</vt:lpstr>
      <vt:lpstr>Ion</vt:lpstr>
      <vt:lpstr> Sales Dashboard Analysis</vt:lpstr>
      <vt:lpstr>Total Sales By Category using Bar_Chart</vt:lpstr>
      <vt:lpstr> </vt:lpstr>
      <vt:lpstr>Correlation using Heatmap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Singh Somvanshi</dc:creator>
  <cp:lastModifiedBy>Rohit Singh Somvanshi</cp:lastModifiedBy>
  <cp:revision>2</cp:revision>
  <dcterms:created xsi:type="dcterms:W3CDTF">2026-10-22T17:21:24Z</dcterms:created>
  <dcterms:modified xsi:type="dcterms:W3CDTF">2026-10-24T08:43:10Z</dcterms:modified>
</cp:coreProperties>
</file>