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4163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69A98"/>
    <a:srgbClr val="DCA0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23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63F3BC-465F-41BE-8C13-3C4FF585C3B3}" type="datetimeFigureOut">
              <a:rPr lang="en-IN" smtClean="0"/>
              <a:t>24-10-2026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74F41E-EBFC-49C0-808C-FFCF4AA1E87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764627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63F3BC-465F-41BE-8C13-3C4FF585C3B3}" type="datetimeFigureOut">
              <a:rPr lang="en-IN" smtClean="0"/>
              <a:t>24-10-2026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74F41E-EBFC-49C0-808C-FFCF4AA1E87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056665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63F3BC-465F-41BE-8C13-3C4FF585C3B3}" type="datetimeFigureOut">
              <a:rPr lang="en-IN" smtClean="0"/>
              <a:t>24-10-2026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74F41E-EBFC-49C0-808C-FFCF4AA1E87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990977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63F3BC-465F-41BE-8C13-3C4FF585C3B3}" type="datetimeFigureOut">
              <a:rPr lang="en-IN" smtClean="0"/>
              <a:t>24-10-2026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74F41E-EBFC-49C0-808C-FFCF4AA1E87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787264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63F3BC-465F-41BE-8C13-3C4FF585C3B3}" type="datetimeFigureOut">
              <a:rPr lang="en-IN" smtClean="0"/>
              <a:t>24-10-2026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74F41E-EBFC-49C0-808C-FFCF4AA1E87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864887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63F3BC-465F-41BE-8C13-3C4FF585C3B3}" type="datetimeFigureOut">
              <a:rPr lang="en-IN" smtClean="0"/>
              <a:t>24-10-2026</a:t>
            </a:fld>
            <a:endParaRPr lang="en-IN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74F41E-EBFC-49C0-808C-FFCF4AA1E87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47123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63F3BC-465F-41BE-8C13-3C4FF585C3B3}" type="datetimeFigureOut">
              <a:rPr lang="en-IN" smtClean="0"/>
              <a:t>24-10-2026</a:t>
            </a:fld>
            <a:endParaRPr lang="en-IN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74F41E-EBFC-49C0-808C-FFCF4AA1E87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746137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63F3BC-465F-41BE-8C13-3C4FF585C3B3}" type="datetimeFigureOut">
              <a:rPr lang="en-IN" smtClean="0"/>
              <a:t>24-10-2026</a:t>
            </a:fld>
            <a:endParaRPr lang="en-IN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74F41E-EBFC-49C0-808C-FFCF4AA1E87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546940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63F3BC-465F-41BE-8C13-3C4FF585C3B3}" type="datetimeFigureOut">
              <a:rPr lang="en-IN" smtClean="0"/>
              <a:t>24-10-2026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74F41E-EBFC-49C0-808C-FFCF4AA1E87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723583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63F3BC-465F-41BE-8C13-3C4FF585C3B3}" type="datetimeFigureOut">
              <a:rPr lang="en-IN" smtClean="0"/>
              <a:t>24-10-2026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74F41E-EBFC-49C0-808C-FFCF4AA1E87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426352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63F3BC-465F-41BE-8C13-3C4FF585C3B3}" type="datetimeFigureOut">
              <a:rPr lang="en-IN" smtClean="0"/>
              <a:t>24-10-2026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74F41E-EBFC-49C0-808C-FFCF4AA1E87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5786140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63F3BC-465F-41BE-8C13-3C4FF585C3B3}" type="datetimeFigureOut">
              <a:rPr lang="en-IN" smtClean="0"/>
              <a:t>24-10-2026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74F41E-EBFC-49C0-808C-FFCF4AA1E877}" type="slidenum">
              <a:rPr lang="en-IN" smtClean="0"/>
              <a:t>‹#›</a:t>
            </a:fld>
            <a:endParaRPr lang="en-IN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50739444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63F3BC-465F-41BE-8C13-3C4FF585C3B3}" type="datetimeFigureOut">
              <a:rPr lang="en-IN" smtClean="0"/>
              <a:t>24-10-2026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74F41E-EBFC-49C0-808C-FFCF4AA1E87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2065734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63F3BC-465F-41BE-8C13-3C4FF585C3B3}" type="datetimeFigureOut">
              <a:rPr lang="en-IN" smtClean="0"/>
              <a:t>24-10-2026</a:t>
            </a:fld>
            <a:endParaRPr lang="en-IN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74F41E-EBFC-49C0-808C-FFCF4AA1E87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0591146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63F3BC-465F-41BE-8C13-3C4FF585C3B3}" type="datetimeFigureOut">
              <a:rPr lang="en-IN" smtClean="0"/>
              <a:t>24-10-2026</a:t>
            </a:fld>
            <a:endParaRPr lang="en-IN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74F41E-EBFC-49C0-808C-FFCF4AA1E87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2826021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63F3BC-465F-41BE-8C13-3C4FF585C3B3}" type="datetimeFigureOut">
              <a:rPr lang="en-IN" smtClean="0"/>
              <a:t>24-10-2026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74F41E-EBFC-49C0-808C-FFCF4AA1E87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6406722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63F3BC-465F-41BE-8C13-3C4FF585C3B3}" type="datetimeFigureOut">
              <a:rPr lang="en-IN" smtClean="0"/>
              <a:t>24-10-2026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74F41E-EBFC-49C0-808C-FFCF4AA1E87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572099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9263F3BC-465F-41BE-8C13-3C4FF585C3B3}" type="datetimeFigureOut">
              <a:rPr lang="en-IN" smtClean="0"/>
              <a:t>24-10-2026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A74F41E-EBFC-49C0-808C-FFCF4AA1E87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8742552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164" r:id="rId1"/>
    <p:sldLayoutId id="2147484165" r:id="rId2"/>
    <p:sldLayoutId id="2147484166" r:id="rId3"/>
    <p:sldLayoutId id="2147484167" r:id="rId4"/>
    <p:sldLayoutId id="2147484168" r:id="rId5"/>
    <p:sldLayoutId id="2147484169" r:id="rId6"/>
    <p:sldLayoutId id="2147484170" r:id="rId7"/>
    <p:sldLayoutId id="2147484171" r:id="rId8"/>
    <p:sldLayoutId id="2147484172" r:id="rId9"/>
    <p:sldLayoutId id="2147484173" r:id="rId10"/>
    <p:sldLayoutId id="2147484174" r:id="rId11"/>
    <p:sldLayoutId id="2147484175" r:id="rId12"/>
    <p:sldLayoutId id="2147484176" r:id="rId13"/>
    <p:sldLayoutId id="2147484177" r:id="rId14"/>
    <p:sldLayoutId id="2147484178" r:id="rId15"/>
    <p:sldLayoutId id="2147484179" r:id="rId16"/>
    <p:sldLayoutId id="2147484180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347E17-ADA9-749D-EF9F-50C109E3BD3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50540" y="173161"/>
            <a:ext cx="10014311" cy="729954"/>
          </a:xfrm>
        </p:spPr>
        <p:txBody>
          <a:bodyPr>
            <a:normAutofit fontScale="90000"/>
          </a:bodyPr>
          <a:lstStyle/>
          <a:p>
            <a:pPr algn="ctr"/>
            <a:br>
              <a:rPr lang="en-IN" dirty="0"/>
            </a:br>
            <a:r>
              <a:rPr lang="en-IN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Sales Dashboard</a:t>
            </a:r>
            <a:r>
              <a:rPr lang="en-IN" b="1" dirty="0">
                <a:solidFill>
                  <a:schemeClr val="accent4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IN" b="1" dirty="0">
                <a:solidFill>
                  <a:srgbClr val="DCA0E8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Analysis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D7987DC-1EB1-E9C2-A334-593CA195931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94969" y="1154779"/>
            <a:ext cx="11516057" cy="5246020"/>
          </a:xfrm>
        </p:spPr>
        <p:txBody>
          <a:bodyPr/>
          <a:lstStyle/>
          <a:p>
            <a:endParaRPr lang="en-IN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80B9FC82-BB60-C395-EDE9-37FF3705C65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005" y="1070023"/>
            <a:ext cx="11548019" cy="5330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52030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6A4836-32AB-2245-D3E7-47AF9CB7B27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521110" y="19665"/>
            <a:ext cx="12192000" cy="737419"/>
          </a:xfrm>
        </p:spPr>
        <p:txBody>
          <a:bodyPr>
            <a:normAutofit/>
          </a:bodyPr>
          <a:lstStyle/>
          <a:p>
            <a:pPr algn="ctr"/>
            <a:r>
              <a:rPr lang="en-IN" sz="40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Total Sales By Category using </a:t>
            </a:r>
            <a:r>
              <a:rPr lang="en-IN" sz="4000" b="1" dirty="0" err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Bar_Chart</a:t>
            </a:r>
            <a:endParaRPr lang="en-IN" sz="40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E4E2DEF-285A-C565-3835-D914BE3ED93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080112" y="1155543"/>
            <a:ext cx="3830874" cy="1496616"/>
          </a:xfrm>
        </p:spPr>
        <p:txBody>
          <a:bodyPr/>
          <a:lstStyle/>
          <a:p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B79DC57-A20A-46FF-F060-484C8387802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4335" y="848842"/>
            <a:ext cx="9468465" cy="58728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4104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21DAD9-32C0-FF21-B3FC-7EC204F7FE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5088" y="0"/>
            <a:ext cx="9942409" cy="786581"/>
          </a:xfrm>
        </p:spPr>
        <p:txBody>
          <a:bodyPr>
            <a:normAutofit fontScale="90000"/>
          </a:bodyPr>
          <a:lstStyle/>
          <a:p>
            <a:pPr algn="ctr"/>
            <a:br>
              <a:rPr lang="en-IN" dirty="0"/>
            </a:br>
            <a:endParaRPr lang="en-IN" sz="4000" dirty="0">
              <a:solidFill>
                <a:srgbClr val="FF0000"/>
              </a:solidFill>
            </a:endParaRP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ADB1CCF6-0E3C-A876-3419-BA3EE122CDD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1885" y="1098763"/>
            <a:ext cx="9389805" cy="531064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337E0C9-F19C-6A70-770F-6AC92B7FB501}"/>
              </a:ext>
            </a:extLst>
          </p:cNvPr>
          <p:cNvSpPr txBox="1"/>
          <p:nvPr/>
        </p:nvSpPr>
        <p:spPr>
          <a:xfrm>
            <a:off x="1494503" y="214770"/>
            <a:ext cx="978309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36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Distribution of Total Sales using Histogram</a:t>
            </a:r>
            <a:endParaRPr lang="en-IN" sz="3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998508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7F9D51-57F4-96FB-AF3C-B01E6F2360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607" y="187247"/>
            <a:ext cx="9404723" cy="707488"/>
          </a:xfrm>
        </p:spPr>
        <p:txBody>
          <a:bodyPr/>
          <a:lstStyle/>
          <a:p>
            <a:pPr algn="ctr"/>
            <a:r>
              <a:rPr lang="en-IN" sz="3600" b="1" dirty="0">
                <a:solidFill>
                  <a:srgbClr val="92D05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Correlation using Heatmap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2CDF73F-EECB-4F4E-0A9A-F2F61BD05D7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09369" y="1103006"/>
            <a:ext cx="9173496" cy="53022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3439783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101</TotalTime>
  <Words>22</Words>
  <Application>Microsoft Office PowerPoint</Application>
  <PresentationFormat>Widescreen</PresentationFormat>
  <Paragraphs>5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Century Gothic</vt:lpstr>
      <vt:lpstr>Times New Roman</vt:lpstr>
      <vt:lpstr>Wingdings 3</vt:lpstr>
      <vt:lpstr>Ion</vt:lpstr>
      <vt:lpstr> Sales Dashboard Analysis</vt:lpstr>
      <vt:lpstr>Total Sales By Category using Bar_Chart</vt:lpstr>
      <vt:lpstr> </vt:lpstr>
      <vt:lpstr>Correlation using Heatmap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Rohit Singh Somvanshi</dc:creator>
  <cp:lastModifiedBy>Rohit Singh Somvanshi</cp:lastModifiedBy>
  <cp:revision>2</cp:revision>
  <dcterms:created xsi:type="dcterms:W3CDTF">2026-10-22T17:21:24Z</dcterms:created>
  <dcterms:modified xsi:type="dcterms:W3CDTF">2026-10-24T08:51:08Z</dcterms:modified>
</cp:coreProperties>
</file>